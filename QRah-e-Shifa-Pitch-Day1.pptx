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4"/>
  </p:notesMasterIdLst>
  <p:sldIdLst>
    <p:sldId id="264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35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15" autoAdjust="0"/>
    <p:restoredTop sz="72713"/>
  </p:normalViewPr>
  <p:slideViewPr>
    <p:cSldViewPr snapToGrid="0">
      <p:cViewPr varScale="1">
        <p:scale>
          <a:sx n="80" d="100"/>
          <a:sy n="80" d="100"/>
        </p:scale>
        <p:origin x="2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E6A62C-AE18-0842-8373-9E0B239AB2C9}" type="datetimeFigureOut">
              <a:rPr lang="en-PK" smtClean="0"/>
              <a:t>06/02/2026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13354F-50E8-7F46-B624-6885EA700D7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82784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3F236-5F7B-98D5-1218-D52BE9B8C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B6439B-B9E2-E0C6-46BC-385622479F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1F1200-9C31-1694-BB39-EFC733D68C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FEA0E2-35EA-D5B7-22DD-7F0C48DF31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13354F-50E8-7F46-B624-6885EA700D7F}" type="slidenum">
              <a:rPr lang="en-PK" smtClean="0"/>
              <a:t>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697773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K" dirty="0"/>
              <a:t>SDG 11---- </a:t>
            </a:r>
            <a:r>
              <a:rPr lang="en-GB" dirty="0"/>
              <a:t>improves </a:t>
            </a:r>
            <a:r>
              <a:rPr lang="en-GB" b="1" dirty="0"/>
              <a:t>urban emergency mobility</a:t>
            </a:r>
            <a:r>
              <a:rPr lang="en-GB" dirty="0"/>
              <a:t>, making cities safer</a:t>
            </a:r>
          </a:p>
          <a:p>
            <a:r>
              <a:rPr lang="en-GB" dirty="0"/>
              <a:t>SDG 16--- </a:t>
            </a:r>
          </a:p>
          <a:p>
            <a:r>
              <a:rPr lang="en-GB" b="1" dirty="0"/>
              <a:t>Target 16.6</a:t>
            </a:r>
            <a:r>
              <a:rPr lang="en-GB" dirty="0"/>
              <a:t> (effective, accountable institutions)</a:t>
            </a:r>
          </a:p>
          <a:p>
            <a:endParaRPr lang="en-GB" dirty="0"/>
          </a:p>
          <a:p>
            <a:r>
              <a:rPr lang="en-GB" dirty="0"/>
              <a:t>QAOA: Quantum Approximation Optimization Algorithm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13354F-50E8-7F46-B624-6885EA700D7F}" type="slidenum">
              <a:rPr lang="en-PK" smtClean="0"/>
              <a:t>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88764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E016143-E03C-4CFD-AFDC-14E5BDEA754C}" type="datetimeFigureOut">
              <a:rPr lang="en-US" dirty="0"/>
              <a:t>2/6/26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4063-DF36-4330-A365-08DA1FA5B7D6}" type="datetimeFigureOut">
              <a:rPr lang="en-US" dirty="0"/>
              <a:t>2/6/26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7C6C-0F39-4D70-8E8D-FE5B9C95FA73}" type="datetimeFigureOut">
              <a:rPr lang="en-US" dirty="0"/>
              <a:t>2/6/26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A4AC-08CC-42CE-BD01-C191750A04EC}" type="datetimeFigureOut">
              <a:rPr lang="en-US" dirty="0"/>
              <a:t>2/6/26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A723-92A7-435B-B681-F25B092FEFEB}" type="datetimeFigureOut">
              <a:rPr lang="en-US" dirty="0"/>
              <a:t>2/6/26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0639-886C-4FCF-9EAB-ABB5DA3F3F4A}" type="datetimeFigureOut">
              <a:rPr lang="en-US" dirty="0"/>
              <a:t>2/6/26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0651-31F4-45D2-98AE-A2108F41BC07}" type="datetimeFigureOut">
              <a:rPr lang="en-US" dirty="0"/>
              <a:t>2/6/26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3789A-C914-4DB1-8815-80B5EC7335C5}" type="datetimeFigureOut">
              <a:rPr lang="en-US" dirty="0"/>
              <a:t>2/6/26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40AA-91A0-436F-8FDB-C0F939DCAE21}" type="datetimeFigureOut">
              <a:rPr lang="en-US" dirty="0"/>
              <a:t>2/6/26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3E54A-A8CA-48C1-9504-691B58049D29}" type="datetimeFigureOut">
              <a:rPr lang="en-US" dirty="0"/>
              <a:t>2/6/26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6C806-BBF7-471C-9527-881CE2266695}" type="datetimeFigureOut">
              <a:rPr lang="en-US" dirty="0"/>
              <a:t>2/6/26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E59FD0C-5451-4CA0-86AF-E70AE3279989}" type="datetimeFigureOut">
              <a:rPr lang="en-US" dirty="0"/>
              <a:t>2/6/26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5FF645-4139-69E6-3EF9-1A948F0E7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5047420E-6604-A0CA-B677-502B26034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2283" y="0"/>
            <a:ext cx="608735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F9C30A5-C018-2910-AE2B-D26430EE1F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43" r="7732" b="3"/>
          <a:stretch>
            <a:fillRect/>
          </a:stretch>
        </p:blipFill>
        <p:spPr>
          <a:xfrm>
            <a:off x="80638" y="452082"/>
            <a:ext cx="5193342" cy="595383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9AC8C1B-6DA6-BFE2-D79D-002100E52E83}"/>
              </a:ext>
            </a:extLst>
          </p:cNvPr>
          <p:cNvSpPr/>
          <p:nvPr/>
        </p:nvSpPr>
        <p:spPr>
          <a:xfrm>
            <a:off x="5172075" y="0"/>
            <a:ext cx="1374302" cy="6858000"/>
          </a:xfrm>
          <a:prstGeom prst="rect">
            <a:avLst/>
          </a:prstGeom>
          <a:solidFill>
            <a:srgbClr val="353537"/>
          </a:solidFill>
          <a:ln w="3175">
            <a:solidFill>
              <a:srgbClr val="3535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477572-3972-AEED-E448-28A43B66D8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59067" y="860758"/>
            <a:ext cx="5507102" cy="1400176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err="1"/>
              <a:t>QRah</a:t>
            </a:r>
            <a:r>
              <a:rPr lang="en-US" sz="4000" b="1" dirty="0"/>
              <a:t>-e-Shifa</a:t>
            </a:r>
            <a:br>
              <a:rPr lang="en-US" sz="4000" b="1" dirty="0"/>
            </a:br>
            <a:r>
              <a:rPr lang="en-US" sz="4000" b="1" dirty="0"/>
              <a:t>(Route to Cure)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54C93F-EBFA-60BE-EAB9-CBF9B73B32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49983" y="2807368"/>
            <a:ext cx="6465737" cy="1852561"/>
          </a:xfrm>
        </p:spPr>
        <p:txBody>
          <a:bodyPr>
            <a:normAutofit fontScale="92500"/>
          </a:bodyPr>
          <a:lstStyle/>
          <a:p>
            <a:r>
              <a:rPr lang="en-US" sz="4200" dirty="0">
                <a:solidFill>
                  <a:srgbClr val="FFFFFF"/>
                </a:solidFill>
                <a:cs typeface="Arial" panose="020B0604020202020204" pitchFamily="34" charset="0"/>
              </a:rPr>
              <a:t>Ambulance deployment and Hospital allocation for rapid Emergency Response</a:t>
            </a:r>
          </a:p>
          <a:p>
            <a:endParaRPr lang="en-US" sz="2000" dirty="0">
              <a:solidFill>
                <a:schemeClr val="tx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6813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758EC8D-68D1-4138-B719-BE00C78AD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" y="0"/>
            <a:ext cx="1220724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4579E4-5B5F-42C9-B08F-A904C81B14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811"/>
            <a:ext cx="2556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503E11-95CE-48E9-B227-532E5596D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339059" y="2464788"/>
            <a:ext cx="5054601" cy="1922802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 dirty="0">
                <a:solidFill>
                  <a:srgbClr val="FFFFFF"/>
                </a:solidFill>
              </a:rPr>
              <a:t>SDGs Alignment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F06F3-55E1-46F4-931F-30311684C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3666" y="1610281"/>
            <a:ext cx="7258692" cy="4790520"/>
          </a:xfrm>
          <a:noFill/>
        </p:spPr>
        <p:txBody>
          <a:bodyPr anchor="t">
            <a:normAutofit lnSpcReduction="1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03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health and Well Being 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11 – Sustainable Cities and Communities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16.6 – Strong Institutions </a:t>
            </a:r>
          </a:p>
          <a:p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Computing: QAOA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Qiskit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1BF6CF-E1B8-4EE2-9AE1-86A58DAFD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85DB6D-FD42-48F2-FFAB-03691700D951}"/>
              </a:ext>
            </a:extLst>
          </p:cNvPr>
          <p:cNvSpPr txBox="1">
            <a:spLocks/>
          </p:cNvSpPr>
          <p:nvPr/>
        </p:nvSpPr>
        <p:spPr>
          <a:xfrm>
            <a:off x="2961274" y="224235"/>
            <a:ext cx="4770684" cy="11530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SDGs Alignment</a:t>
            </a:r>
          </a:p>
        </p:txBody>
      </p:sp>
      <p:pic>
        <p:nvPicPr>
          <p:cNvPr id="9" name="Picture 8" descr="A green square with white text and a heart and pulse&#10;&#10;Description automatically generated">
            <a:extLst>
              <a:ext uri="{FF2B5EF4-FFF2-40B4-BE49-F238E27FC236}">
                <a16:creationId xmlns:a16="http://schemas.microsoft.com/office/drawing/2014/main" id="{95DC38A1-6A43-316C-56AE-D4CC5491D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8334" y="1107202"/>
            <a:ext cx="1451622" cy="1451622"/>
          </a:xfrm>
          <a:prstGeom prst="rect">
            <a:avLst/>
          </a:prstGeom>
        </p:spPr>
      </p:pic>
      <p:pic>
        <p:nvPicPr>
          <p:cNvPr id="13" name="Picture 12" descr="A white and orange logo&#10;&#10;Description automatically generated with medium confidence">
            <a:extLst>
              <a:ext uri="{FF2B5EF4-FFF2-40B4-BE49-F238E27FC236}">
                <a16:creationId xmlns:a16="http://schemas.microsoft.com/office/drawing/2014/main" id="{CE0333EA-0247-1636-B3EB-3A5ABAA625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8334" y="2687696"/>
            <a:ext cx="1451622" cy="145162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E41AF0D-0178-0917-6CAD-641B93CE47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8334" y="4268190"/>
            <a:ext cx="1451622" cy="1451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1925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368</TotalTime>
  <Words>78</Words>
  <Application>Microsoft Macintosh PowerPoint</Application>
  <PresentationFormat>Widescreen</PresentationFormat>
  <Paragraphs>20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Arial</vt:lpstr>
      <vt:lpstr>Century Schoolbook</vt:lpstr>
      <vt:lpstr>Times New Roman</vt:lpstr>
      <vt:lpstr>Wingdings 2</vt:lpstr>
      <vt:lpstr>View</vt:lpstr>
      <vt:lpstr>QRah-e-Shifa (Route to Cure)</vt:lpstr>
      <vt:lpstr>SDGs Alignment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QRah-e-Shifa (Route to Cure)</dc:title>
  <dc:creator>PMYLS</dc:creator>
  <cp:lastModifiedBy>Mehwish Roqaiya</cp:lastModifiedBy>
  <cp:revision>10</cp:revision>
  <dcterms:created xsi:type="dcterms:W3CDTF">2026-02-05T17:46:54Z</dcterms:created>
  <dcterms:modified xsi:type="dcterms:W3CDTF">2026-02-06T08:57:42Z</dcterms:modified>
</cp:coreProperties>
</file>